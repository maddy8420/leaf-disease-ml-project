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62" r:id="rId4"/>
    <p:sldId id="263" r:id="rId5"/>
    <p:sldId id="264" r:id="rId6"/>
    <p:sldId id="265" r:id="rId7"/>
    <p:sldId id="266" r:id="rId8"/>
    <p:sldId id="269" r:id="rId9"/>
    <p:sldId id="267" r:id="rId10"/>
    <p:sldId id="268" r:id="rId11"/>
  </p:sldIdLst>
  <p:sldSz cx="12192000" cy="6858000"/>
  <p:notesSz cx="6858000" cy="9144000"/>
  <p:embeddedFontLst>
    <p:embeddedFont>
      <p:font typeface="Cantarell" panose="020B060402020202020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iyEdy1xKUMd6AIf3kOvjdbKqKY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2E46CB-0287-48B3-ADF8-99D2DBD7D171}" v="10" dt="2026-03-12T04:47:36.3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941" autoAdjust="0"/>
  </p:normalViewPr>
  <p:slideViewPr>
    <p:cSldViewPr snapToGrid="0">
      <p:cViewPr varScale="1">
        <p:scale>
          <a:sx n="76" d="100"/>
          <a:sy n="76" d="100"/>
        </p:scale>
        <p:origin x="917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ishek0927.03@outlook.com" userId="e4bce3cfca02c06b" providerId="LiveId" clId="{7A02AD4B-CD5B-48BF-9474-A17404306D03}"/>
    <pc:docChg chg="undo redo custSel modSld">
      <pc:chgData name="abhishek0927.03@outlook.com" userId="e4bce3cfca02c06b" providerId="LiveId" clId="{7A02AD4B-CD5B-48BF-9474-A17404306D03}" dt="2026-03-12T04:48:29.410" v="668" actId="120"/>
      <pc:docMkLst>
        <pc:docMk/>
      </pc:docMkLst>
      <pc:sldChg chg="addSp delSp modSp mod">
        <pc:chgData name="abhishek0927.03@outlook.com" userId="e4bce3cfca02c06b" providerId="LiveId" clId="{7A02AD4B-CD5B-48BF-9474-A17404306D03}" dt="2026-03-12T04:48:29.410" v="668" actId="120"/>
        <pc:sldMkLst>
          <pc:docMk/>
          <pc:sldMk cId="0" sldId="256"/>
        </pc:sldMkLst>
        <pc:spChg chg="add mod">
          <ac:chgData name="abhishek0927.03@outlook.com" userId="e4bce3cfca02c06b" providerId="LiveId" clId="{7A02AD4B-CD5B-48BF-9474-A17404306D03}" dt="2026-03-12T04:48:29.410" v="668" actId="120"/>
          <ac:spMkLst>
            <pc:docMk/>
            <pc:sldMk cId="0" sldId="256"/>
            <ac:spMk id="3" creationId="{324922C2-6613-7C87-0CB0-38717960F6BC}"/>
          </ac:spMkLst>
        </pc:spChg>
        <pc:spChg chg="add del mod">
          <ac:chgData name="abhishek0927.03@outlook.com" userId="e4bce3cfca02c06b" providerId="LiveId" clId="{7A02AD4B-CD5B-48BF-9474-A17404306D03}" dt="2026-03-12T04:47:36.352" v="622"/>
          <ac:spMkLst>
            <pc:docMk/>
            <pc:sldMk cId="0" sldId="256"/>
            <ac:spMk id="117" creationId="{00000000-0000-0000-0000-000000000000}"/>
          </ac:spMkLst>
        </pc:spChg>
      </pc:sldChg>
      <pc:sldChg chg="addSp delSp modSp mod">
        <pc:chgData name="abhishek0927.03@outlook.com" userId="e4bce3cfca02c06b" providerId="LiveId" clId="{7A02AD4B-CD5B-48BF-9474-A17404306D03}" dt="2026-03-12T04:47:33.194" v="617" actId="21"/>
        <pc:sldMkLst>
          <pc:docMk/>
          <pc:sldMk cId="3375703171" sldId="268"/>
        </pc:sldMkLst>
        <pc:spChg chg="add del mod">
          <ac:chgData name="abhishek0927.03@outlook.com" userId="e4bce3cfca02c06b" providerId="LiveId" clId="{7A02AD4B-CD5B-48BF-9474-A17404306D03}" dt="2026-03-12T04:47:33.194" v="617" actId="21"/>
          <ac:spMkLst>
            <pc:docMk/>
            <pc:sldMk cId="3375703171" sldId="268"/>
            <ac:spMk id="3" creationId="{324922C2-6613-7C87-0CB0-38717960F6BC}"/>
          </ac:spMkLst>
        </pc:spChg>
        <pc:spChg chg="add del">
          <ac:chgData name="abhishek0927.03@outlook.com" userId="e4bce3cfca02c06b" providerId="LiveId" clId="{7A02AD4B-CD5B-48BF-9474-A17404306D03}" dt="2026-03-12T04:47:01.047" v="609" actId="22"/>
          <ac:spMkLst>
            <pc:docMk/>
            <pc:sldMk cId="3375703171" sldId="268"/>
            <ac:spMk id="7" creationId="{A7D24560-7896-9C16-6474-6FF2410A96F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4" name="Google Shape;11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96836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233039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0A863"/>
              </a:buClr>
              <a:buSzPts val="6000"/>
              <a:buFont typeface="Cantarell"/>
              <a:buNone/>
              <a:defRPr sz="6000"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0A863"/>
              </a:buClr>
              <a:buSzPts val="2400"/>
              <a:buNone/>
              <a:defRPr sz="2400"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4"/>
          <p:cNvSpPr txBox="1">
            <a:spLocks noGrp="1"/>
          </p:cNvSpPr>
          <p:nvPr>
            <p:ph type="dt" idx="10"/>
          </p:nvPr>
        </p:nvSpPr>
        <p:spPr>
          <a:xfrm>
            <a:off x="838200" y="6471138"/>
            <a:ext cx="2743200" cy="25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4"/>
          <p:cNvSpPr txBox="1">
            <a:spLocks noGrp="1"/>
          </p:cNvSpPr>
          <p:nvPr>
            <p:ph type="ftr" idx="11"/>
          </p:nvPr>
        </p:nvSpPr>
        <p:spPr>
          <a:xfrm>
            <a:off x="4038600" y="6471138"/>
            <a:ext cx="4114800" cy="25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4"/>
          <p:cNvSpPr txBox="1">
            <a:spLocks noGrp="1"/>
          </p:cNvSpPr>
          <p:nvPr>
            <p:ph type="sldNum" idx="12"/>
          </p:nvPr>
        </p:nvSpPr>
        <p:spPr>
          <a:xfrm>
            <a:off x="8610600" y="6471138"/>
            <a:ext cx="2743200" cy="25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1" name="Google Shape;21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813907" y="0"/>
            <a:ext cx="2378094" cy="11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24"/>
          <p:cNvSpPr/>
          <p:nvPr/>
        </p:nvSpPr>
        <p:spPr>
          <a:xfrm>
            <a:off x="0" y="6352197"/>
            <a:ext cx="12192002" cy="130971"/>
          </a:xfrm>
          <a:prstGeom prst="rect">
            <a:avLst/>
          </a:prstGeom>
          <a:solidFill>
            <a:srgbClr val="D0A86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3"/>
              <a:buFont typeface="Arial"/>
              <a:buNone/>
            </a:pPr>
            <a:endParaRPr sz="1463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bg>
      <p:bgPr>
        <a:solidFill>
          <a:srgbClr val="233039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88582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0A863"/>
              </a:buClr>
              <a:buSzPts val="4400"/>
              <a:buFont typeface="Cantarell"/>
              <a:buNone/>
              <a:defRPr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solidFill>
            <a:srgbClr val="233039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0A863"/>
              </a:buClr>
              <a:buSzPts val="2800"/>
              <a:buChar char="•"/>
              <a:defRPr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2400"/>
              <a:buChar char="•"/>
              <a:defRPr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2000"/>
              <a:buChar char="•"/>
              <a:defRPr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1800"/>
              <a:buChar char="•"/>
              <a:defRPr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1800"/>
              <a:buChar char="•"/>
              <a:defRPr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6" name="Google Shape;26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813907" y="0"/>
            <a:ext cx="2378094" cy="11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25"/>
          <p:cNvSpPr txBox="1">
            <a:spLocks noGrp="1"/>
          </p:cNvSpPr>
          <p:nvPr>
            <p:ph type="dt" idx="10"/>
          </p:nvPr>
        </p:nvSpPr>
        <p:spPr>
          <a:xfrm>
            <a:off x="838200" y="6471138"/>
            <a:ext cx="2743200" cy="25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5"/>
          <p:cNvSpPr txBox="1">
            <a:spLocks noGrp="1"/>
          </p:cNvSpPr>
          <p:nvPr>
            <p:ph type="ftr" idx="11"/>
          </p:nvPr>
        </p:nvSpPr>
        <p:spPr>
          <a:xfrm>
            <a:off x="4038600" y="6471138"/>
            <a:ext cx="4114800" cy="25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5"/>
          <p:cNvSpPr txBox="1">
            <a:spLocks noGrp="1"/>
          </p:cNvSpPr>
          <p:nvPr>
            <p:ph type="sldNum" idx="12"/>
          </p:nvPr>
        </p:nvSpPr>
        <p:spPr>
          <a:xfrm>
            <a:off x="8610600" y="6471138"/>
            <a:ext cx="2743200" cy="25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0" name="Google Shape;30;p25"/>
          <p:cNvSpPr/>
          <p:nvPr/>
        </p:nvSpPr>
        <p:spPr>
          <a:xfrm>
            <a:off x="0" y="6352197"/>
            <a:ext cx="12192002" cy="130971"/>
          </a:xfrm>
          <a:prstGeom prst="rect">
            <a:avLst/>
          </a:prstGeom>
          <a:solidFill>
            <a:srgbClr val="D0A86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3"/>
              <a:buFont typeface="Arial"/>
              <a:buNone/>
            </a:pPr>
            <a:endParaRPr sz="1463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rgbClr val="233039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88582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0A863"/>
              </a:buClr>
              <a:buSzPts val="4400"/>
              <a:buFont typeface="Cantarell"/>
              <a:buNone/>
              <a:defRPr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9"/>
          <p:cNvSpPr txBox="1">
            <a:spLocks noGrp="1"/>
          </p:cNvSpPr>
          <p:nvPr>
            <p:ph type="dt" idx="10"/>
          </p:nvPr>
        </p:nvSpPr>
        <p:spPr>
          <a:xfrm>
            <a:off x="838200" y="6471138"/>
            <a:ext cx="2743200" cy="25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9"/>
          <p:cNvSpPr txBox="1">
            <a:spLocks noGrp="1"/>
          </p:cNvSpPr>
          <p:nvPr>
            <p:ph type="ftr" idx="11"/>
          </p:nvPr>
        </p:nvSpPr>
        <p:spPr>
          <a:xfrm>
            <a:off x="4038600" y="6471138"/>
            <a:ext cx="4114800" cy="25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9"/>
          <p:cNvSpPr txBox="1">
            <a:spLocks noGrp="1"/>
          </p:cNvSpPr>
          <p:nvPr>
            <p:ph type="sldNum" idx="12"/>
          </p:nvPr>
        </p:nvSpPr>
        <p:spPr>
          <a:xfrm>
            <a:off x="8610600" y="6471138"/>
            <a:ext cx="2743200" cy="25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6" name="Google Shape;36;p29"/>
          <p:cNvSpPr/>
          <p:nvPr/>
        </p:nvSpPr>
        <p:spPr>
          <a:xfrm>
            <a:off x="0" y="6352197"/>
            <a:ext cx="12192002" cy="130971"/>
          </a:xfrm>
          <a:prstGeom prst="rect">
            <a:avLst/>
          </a:prstGeom>
          <a:solidFill>
            <a:srgbClr val="D0A86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3"/>
              <a:buFont typeface="Arial"/>
              <a:buNone/>
            </a:pPr>
            <a:endParaRPr sz="1463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" name="Google Shape;37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813907" y="0"/>
            <a:ext cx="2378094" cy="11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233039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0A863"/>
              </a:buClr>
              <a:buSzPts val="6000"/>
              <a:buFont typeface="Cantarell"/>
              <a:buNone/>
              <a:defRPr sz="6000"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0A863"/>
              </a:buClr>
              <a:buSzPts val="2400"/>
              <a:buNone/>
              <a:defRPr sz="2400"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41" name="Google Shape;41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813907" y="0"/>
            <a:ext cx="2378094" cy="11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27"/>
          <p:cNvSpPr txBox="1">
            <a:spLocks noGrp="1"/>
          </p:cNvSpPr>
          <p:nvPr>
            <p:ph type="dt" idx="10"/>
          </p:nvPr>
        </p:nvSpPr>
        <p:spPr>
          <a:xfrm>
            <a:off x="838200" y="6471138"/>
            <a:ext cx="2743200" cy="25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7"/>
          <p:cNvSpPr txBox="1">
            <a:spLocks noGrp="1"/>
          </p:cNvSpPr>
          <p:nvPr>
            <p:ph type="ftr" idx="11"/>
          </p:nvPr>
        </p:nvSpPr>
        <p:spPr>
          <a:xfrm>
            <a:off x="4038600" y="6471138"/>
            <a:ext cx="4114800" cy="25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7"/>
          <p:cNvSpPr txBox="1">
            <a:spLocks noGrp="1"/>
          </p:cNvSpPr>
          <p:nvPr>
            <p:ph type="sldNum" idx="12"/>
          </p:nvPr>
        </p:nvSpPr>
        <p:spPr>
          <a:xfrm>
            <a:off x="8610600" y="6471138"/>
            <a:ext cx="2743200" cy="25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5" name="Google Shape;45;p27"/>
          <p:cNvSpPr/>
          <p:nvPr/>
        </p:nvSpPr>
        <p:spPr>
          <a:xfrm>
            <a:off x="0" y="6352197"/>
            <a:ext cx="12192002" cy="130971"/>
          </a:xfrm>
          <a:prstGeom prst="rect">
            <a:avLst/>
          </a:prstGeom>
          <a:solidFill>
            <a:srgbClr val="D0A86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3"/>
              <a:buFont typeface="Arial"/>
              <a:buNone/>
            </a:pPr>
            <a:endParaRPr sz="1463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3d90e39a2c_2_30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g13d90e39a2c_2_30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g13d90e39a2c_2_30"/>
          <p:cNvSpPr txBox="1">
            <a:spLocks noGrp="1"/>
          </p:cNvSpPr>
          <p:nvPr>
            <p:ph type="ft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g13d90e39a2c_2_30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1" name="Google Shape;51;g13d90e39a2c_2_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297385" y="90169"/>
            <a:ext cx="2073324" cy="1034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bg>
      <p:bgPr>
        <a:solidFill>
          <a:srgbClr val="233039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885666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0A863"/>
              </a:buClr>
              <a:buSzPts val="4400"/>
              <a:buFont typeface="Cantarell"/>
              <a:buNone/>
              <a:defRPr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0A863"/>
              </a:buClr>
              <a:buSzPts val="2400"/>
              <a:buNone/>
              <a:defRPr sz="2400" b="1"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5" name="Google Shape;55;p2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0A863"/>
              </a:buClr>
              <a:buSzPts val="2800"/>
              <a:buChar char="•"/>
              <a:defRPr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2400"/>
              <a:buChar char="•"/>
              <a:defRPr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2000"/>
              <a:buChar char="•"/>
              <a:defRPr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1800"/>
              <a:buChar char="•"/>
              <a:defRPr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1800"/>
              <a:buChar char="•"/>
              <a:defRPr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2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0A863"/>
              </a:buClr>
              <a:buSzPts val="2400"/>
              <a:buNone/>
              <a:defRPr sz="2400" b="1"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7" name="Google Shape;57;p2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0A863"/>
              </a:buClr>
              <a:buSzPts val="2800"/>
              <a:buChar char="•"/>
              <a:defRPr>
                <a:solidFill>
                  <a:srgbClr val="D0A863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2400"/>
              <a:buChar char="•"/>
              <a:defRPr>
                <a:solidFill>
                  <a:srgbClr val="D0A863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2000"/>
              <a:buChar char="•"/>
              <a:defRPr>
                <a:solidFill>
                  <a:srgbClr val="D0A863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1800"/>
              <a:buChar char="•"/>
              <a:defRPr>
                <a:solidFill>
                  <a:srgbClr val="D0A863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1800"/>
              <a:buChar char="•"/>
              <a:defRPr>
                <a:solidFill>
                  <a:srgbClr val="D0A863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28"/>
          <p:cNvSpPr txBox="1">
            <a:spLocks noGrp="1"/>
          </p:cNvSpPr>
          <p:nvPr>
            <p:ph type="dt" idx="10"/>
          </p:nvPr>
        </p:nvSpPr>
        <p:spPr>
          <a:xfrm>
            <a:off x="838200" y="6471138"/>
            <a:ext cx="2743200" cy="25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8"/>
          <p:cNvSpPr txBox="1">
            <a:spLocks noGrp="1"/>
          </p:cNvSpPr>
          <p:nvPr>
            <p:ph type="ftr" idx="11"/>
          </p:nvPr>
        </p:nvSpPr>
        <p:spPr>
          <a:xfrm>
            <a:off x="4038600" y="6471138"/>
            <a:ext cx="4114800" cy="25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8"/>
          <p:cNvSpPr txBox="1">
            <a:spLocks noGrp="1"/>
          </p:cNvSpPr>
          <p:nvPr>
            <p:ph type="sldNum" idx="12"/>
          </p:nvPr>
        </p:nvSpPr>
        <p:spPr>
          <a:xfrm>
            <a:off x="8610600" y="6471138"/>
            <a:ext cx="2743200" cy="25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61" name="Google Shape;61;p28"/>
          <p:cNvSpPr/>
          <p:nvPr/>
        </p:nvSpPr>
        <p:spPr>
          <a:xfrm>
            <a:off x="0" y="6352197"/>
            <a:ext cx="12192002" cy="130971"/>
          </a:xfrm>
          <a:prstGeom prst="rect">
            <a:avLst/>
          </a:prstGeom>
          <a:solidFill>
            <a:srgbClr val="D0A86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3"/>
              <a:buFont typeface="Arial"/>
              <a:buNone/>
            </a:pPr>
            <a:endParaRPr sz="1463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" name="Google Shape;62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813907" y="0"/>
            <a:ext cx="2378094" cy="11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bg>
      <p:bgPr>
        <a:solidFill>
          <a:srgbClr val="233039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6"/>
          <p:cNvSpPr txBox="1">
            <a:spLocks noGrp="1"/>
          </p:cNvSpPr>
          <p:nvPr>
            <p:ph type="title"/>
          </p:nvPr>
        </p:nvSpPr>
        <p:spPr>
          <a:xfrm>
            <a:off x="838199" y="365125"/>
            <a:ext cx="884872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0A863"/>
              </a:buClr>
              <a:buSzPts val="4400"/>
              <a:buFont typeface="Cantarell"/>
              <a:buNone/>
              <a:defRPr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0A863"/>
              </a:buClr>
              <a:buSzPts val="2800"/>
              <a:buChar char="•"/>
              <a:defRPr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2400"/>
              <a:buChar char="•"/>
              <a:defRPr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2000"/>
              <a:buChar char="•"/>
              <a:defRPr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1800"/>
              <a:buChar char="•"/>
              <a:defRPr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1800"/>
              <a:buChar char="•"/>
              <a:defRPr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p2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0A863"/>
              </a:buClr>
              <a:buSzPts val="2800"/>
              <a:buChar char="•"/>
              <a:defRPr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2400"/>
              <a:buChar char="•"/>
              <a:defRPr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2000"/>
              <a:buChar char="•"/>
              <a:defRPr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1800"/>
              <a:buChar char="•"/>
              <a:defRPr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1800"/>
              <a:buChar char="•"/>
              <a:defRPr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26"/>
          <p:cNvSpPr txBox="1">
            <a:spLocks noGrp="1"/>
          </p:cNvSpPr>
          <p:nvPr>
            <p:ph type="dt" idx="10"/>
          </p:nvPr>
        </p:nvSpPr>
        <p:spPr>
          <a:xfrm>
            <a:off x="838200" y="6471138"/>
            <a:ext cx="2743200" cy="25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6"/>
          <p:cNvSpPr txBox="1">
            <a:spLocks noGrp="1"/>
          </p:cNvSpPr>
          <p:nvPr>
            <p:ph type="ftr" idx="11"/>
          </p:nvPr>
        </p:nvSpPr>
        <p:spPr>
          <a:xfrm>
            <a:off x="4038600" y="6471138"/>
            <a:ext cx="4114800" cy="25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6"/>
          <p:cNvSpPr txBox="1">
            <a:spLocks noGrp="1"/>
          </p:cNvSpPr>
          <p:nvPr>
            <p:ph type="sldNum" idx="12"/>
          </p:nvPr>
        </p:nvSpPr>
        <p:spPr>
          <a:xfrm>
            <a:off x="8610600" y="6471138"/>
            <a:ext cx="2743200" cy="25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70" name="Google Shape;70;p26"/>
          <p:cNvSpPr/>
          <p:nvPr/>
        </p:nvSpPr>
        <p:spPr>
          <a:xfrm>
            <a:off x="0" y="6352197"/>
            <a:ext cx="12192002" cy="130971"/>
          </a:xfrm>
          <a:prstGeom prst="rect">
            <a:avLst/>
          </a:prstGeom>
          <a:solidFill>
            <a:srgbClr val="D0A86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3"/>
              <a:buFont typeface="Arial"/>
              <a:buNone/>
            </a:pPr>
            <a:endParaRPr sz="1463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" name="Google Shape;71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813907" y="0"/>
            <a:ext cx="2378094" cy="11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233039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0"/>
          <p:cNvSpPr txBox="1">
            <a:spLocks noGrp="1"/>
          </p:cNvSpPr>
          <p:nvPr>
            <p:ph type="dt" idx="10"/>
          </p:nvPr>
        </p:nvSpPr>
        <p:spPr>
          <a:xfrm>
            <a:off x="838200" y="6471138"/>
            <a:ext cx="2743200" cy="25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0"/>
          <p:cNvSpPr txBox="1">
            <a:spLocks noGrp="1"/>
          </p:cNvSpPr>
          <p:nvPr>
            <p:ph type="ftr" idx="11"/>
          </p:nvPr>
        </p:nvSpPr>
        <p:spPr>
          <a:xfrm>
            <a:off x="4038600" y="6471138"/>
            <a:ext cx="4114800" cy="25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30"/>
          <p:cNvSpPr txBox="1">
            <a:spLocks noGrp="1"/>
          </p:cNvSpPr>
          <p:nvPr>
            <p:ph type="sldNum" idx="12"/>
          </p:nvPr>
        </p:nvSpPr>
        <p:spPr>
          <a:xfrm>
            <a:off x="8610600" y="6471138"/>
            <a:ext cx="2743200" cy="25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76" name="Google Shape;76;p30"/>
          <p:cNvSpPr/>
          <p:nvPr/>
        </p:nvSpPr>
        <p:spPr>
          <a:xfrm>
            <a:off x="0" y="6352197"/>
            <a:ext cx="12192002" cy="130971"/>
          </a:xfrm>
          <a:prstGeom prst="rect">
            <a:avLst/>
          </a:prstGeom>
          <a:solidFill>
            <a:srgbClr val="D0A86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3"/>
              <a:buFont typeface="Arial"/>
              <a:buNone/>
            </a:pPr>
            <a:endParaRPr sz="1463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" name="Google Shape;77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813907" y="0"/>
            <a:ext cx="2378094" cy="11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bg>
      <p:bgPr>
        <a:solidFill>
          <a:srgbClr val="233039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0A863"/>
              </a:buClr>
              <a:buSzPts val="3200"/>
              <a:buFont typeface="Cantarell"/>
              <a:buNone/>
              <a:defRPr sz="3200"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1"/>
          <p:cNvSpPr txBox="1">
            <a:spLocks noGrp="1"/>
          </p:cNvSpPr>
          <p:nvPr>
            <p:ph type="body" idx="1"/>
          </p:nvPr>
        </p:nvSpPr>
        <p:spPr>
          <a:xfrm>
            <a:off x="5183188" y="1116000"/>
            <a:ext cx="6172200" cy="4745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0A863"/>
              </a:buClr>
              <a:buSzPts val="3200"/>
              <a:buChar char="•"/>
              <a:defRPr sz="3200"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2800"/>
              <a:buChar char="•"/>
              <a:defRPr sz="2800"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2400"/>
              <a:buChar char="•"/>
              <a:defRPr sz="2400"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2000"/>
              <a:buChar char="•"/>
              <a:defRPr sz="2000"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2000"/>
              <a:buChar char="•"/>
              <a:defRPr sz="2000"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81" name="Google Shape;81;p3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0A863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2" name="Google Shape;82;p31"/>
          <p:cNvSpPr txBox="1">
            <a:spLocks noGrp="1"/>
          </p:cNvSpPr>
          <p:nvPr>
            <p:ph type="dt" idx="10"/>
          </p:nvPr>
        </p:nvSpPr>
        <p:spPr>
          <a:xfrm>
            <a:off x="838200" y="6471138"/>
            <a:ext cx="2743200" cy="25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1"/>
          <p:cNvSpPr txBox="1">
            <a:spLocks noGrp="1"/>
          </p:cNvSpPr>
          <p:nvPr>
            <p:ph type="ftr" idx="11"/>
          </p:nvPr>
        </p:nvSpPr>
        <p:spPr>
          <a:xfrm>
            <a:off x="4038600" y="6471138"/>
            <a:ext cx="4114800" cy="25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1"/>
          <p:cNvSpPr txBox="1">
            <a:spLocks noGrp="1"/>
          </p:cNvSpPr>
          <p:nvPr>
            <p:ph type="sldNum" idx="12"/>
          </p:nvPr>
        </p:nvSpPr>
        <p:spPr>
          <a:xfrm>
            <a:off x="8610600" y="6471138"/>
            <a:ext cx="2743200" cy="25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85" name="Google Shape;85;p31"/>
          <p:cNvSpPr/>
          <p:nvPr/>
        </p:nvSpPr>
        <p:spPr>
          <a:xfrm>
            <a:off x="0" y="6352197"/>
            <a:ext cx="12192002" cy="130971"/>
          </a:xfrm>
          <a:prstGeom prst="rect">
            <a:avLst/>
          </a:prstGeom>
          <a:solidFill>
            <a:srgbClr val="D0A86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3"/>
              <a:buFont typeface="Arial"/>
              <a:buNone/>
            </a:pPr>
            <a:endParaRPr sz="1463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813907" y="0"/>
            <a:ext cx="2378094" cy="11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bg>
      <p:bgPr>
        <a:solidFill>
          <a:srgbClr val="233039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0A863"/>
              </a:buClr>
              <a:buSzPts val="3200"/>
              <a:buFont typeface="Cantarell"/>
              <a:buNone/>
              <a:defRPr sz="3200"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32"/>
          <p:cNvSpPr>
            <a:spLocks noGrp="1"/>
          </p:cNvSpPr>
          <p:nvPr>
            <p:ph type="pic" idx="2"/>
          </p:nvPr>
        </p:nvSpPr>
        <p:spPr>
          <a:xfrm>
            <a:off x="5183188" y="1116000"/>
            <a:ext cx="6172200" cy="4745050"/>
          </a:xfrm>
          <a:prstGeom prst="rect">
            <a:avLst/>
          </a:prstGeom>
          <a:noFill/>
          <a:ln>
            <a:noFill/>
          </a:ln>
        </p:spPr>
      </p:sp>
      <p:sp>
        <p:nvSpPr>
          <p:cNvPr id="90" name="Google Shape;90;p3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0A863"/>
              </a:buClr>
              <a:buSzPts val="1600"/>
              <a:buNone/>
              <a:defRPr sz="1600"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91" name="Google Shape;91;p32"/>
          <p:cNvSpPr txBox="1">
            <a:spLocks noGrp="1"/>
          </p:cNvSpPr>
          <p:nvPr>
            <p:ph type="dt" idx="10"/>
          </p:nvPr>
        </p:nvSpPr>
        <p:spPr>
          <a:xfrm>
            <a:off x="838200" y="6471138"/>
            <a:ext cx="2743200" cy="25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32"/>
          <p:cNvSpPr txBox="1">
            <a:spLocks noGrp="1"/>
          </p:cNvSpPr>
          <p:nvPr>
            <p:ph type="ftr" idx="11"/>
          </p:nvPr>
        </p:nvSpPr>
        <p:spPr>
          <a:xfrm>
            <a:off x="4038600" y="6471138"/>
            <a:ext cx="4114800" cy="25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32"/>
          <p:cNvSpPr txBox="1">
            <a:spLocks noGrp="1"/>
          </p:cNvSpPr>
          <p:nvPr>
            <p:ph type="sldNum" idx="12"/>
          </p:nvPr>
        </p:nvSpPr>
        <p:spPr>
          <a:xfrm>
            <a:off x="8610600" y="6471138"/>
            <a:ext cx="2743200" cy="25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94" name="Google Shape;94;p32"/>
          <p:cNvSpPr/>
          <p:nvPr/>
        </p:nvSpPr>
        <p:spPr>
          <a:xfrm>
            <a:off x="0" y="6352197"/>
            <a:ext cx="12192002" cy="130971"/>
          </a:xfrm>
          <a:prstGeom prst="rect">
            <a:avLst/>
          </a:prstGeom>
          <a:solidFill>
            <a:srgbClr val="D0A86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3"/>
              <a:buFont typeface="Arial"/>
              <a:buNone/>
            </a:pPr>
            <a:endParaRPr sz="1463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813907" y="0"/>
            <a:ext cx="2378094" cy="11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bg>
      <p:bgPr>
        <a:solidFill>
          <a:srgbClr val="233039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886777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0A863"/>
              </a:buClr>
              <a:buSzPts val="4400"/>
              <a:buFont typeface="Cantarell"/>
              <a:buNone/>
              <a:defRPr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3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0A863"/>
              </a:buClr>
              <a:buSzPts val="2800"/>
              <a:buChar char="•"/>
              <a:defRPr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2400"/>
              <a:buChar char="•"/>
              <a:defRPr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2000"/>
              <a:buChar char="•"/>
              <a:defRPr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1800"/>
              <a:buChar char="•"/>
              <a:defRPr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1800"/>
              <a:buChar char="•"/>
              <a:defRPr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33"/>
          <p:cNvSpPr txBox="1">
            <a:spLocks noGrp="1"/>
          </p:cNvSpPr>
          <p:nvPr>
            <p:ph type="dt" idx="10"/>
          </p:nvPr>
        </p:nvSpPr>
        <p:spPr>
          <a:xfrm>
            <a:off x="838200" y="6471138"/>
            <a:ext cx="2743200" cy="25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33"/>
          <p:cNvSpPr txBox="1">
            <a:spLocks noGrp="1"/>
          </p:cNvSpPr>
          <p:nvPr>
            <p:ph type="ftr" idx="11"/>
          </p:nvPr>
        </p:nvSpPr>
        <p:spPr>
          <a:xfrm>
            <a:off x="4038600" y="6471138"/>
            <a:ext cx="4114800" cy="25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33"/>
          <p:cNvSpPr txBox="1">
            <a:spLocks noGrp="1"/>
          </p:cNvSpPr>
          <p:nvPr>
            <p:ph type="sldNum" idx="12"/>
          </p:nvPr>
        </p:nvSpPr>
        <p:spPr>
          <a:xfrm>
            <a:off x="8610600" y="6471138"/>
            <a:ext cx="2743200" cy="25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02" name="Google Shape;102;p33"/>
          <p:cNvSpPr/>
          <p:nvPr/>
        </p:nvSpPr>
        <p:spPr>
          <a:xfrm>
            <a:off x="0" y="6352197"/>
            <a:ext cx="12192002" cy="130971"/>
          </a:xfrm>
          <a:prstGeom prst="rect">
            <a:avLst/>
          </a:prstGeom>
          <a:solidFill>
            <a:srgbClr val="D0A86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3"/>
              <a:buFont typeface="Arial"/>
              <a:buNone/>
            </a:pPr>
            <a:endParaRPr sz="1463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813907" y="0"/>
            <a:ext cx="2378094" cy="11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bg>
      <p:bgPr>
        <a:solidFill>
          <a:srgbClr val="233039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4"/>
          <p:cNvSpPr txBox="1">
            <a:spLocks noGrp="1"/>
          </p:cNvSpPr>
          <p:nvPr>
            <p:ph type="title"/>
          </p:nvPr>
        </p:nvSpPr>
        <p:spPr>
          <a:xfrm rot="5400000">
            <a:off x="7596486" y="2419648"/>
            <a:ext cx="4885729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0A863"/>
              </a:buClr>
              <a:buSzPts val="4400"/>
              <a:buFont typeface="Cantarell"/>
              <a:buNone/>
              <a:defRPr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3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0A863"/>
              </a:buClr>
              <a:buSzPts val="2800"/>
              <a:buChar char="•"/>
              <a:defRPr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2400"/>
              <a:buChar char="•"/>
              <a:defRPr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2000"/>
              <a:buChar char="•"/>
              <a:defRPr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1800"/>
              <a:buChar char="•"/>
              <a:defRPr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1800"/>
              <a:buChar char="•"/>
              <a:defRPr>
                <a:solidFill>
                  <a:srgbClr val="D0A863"/>
                </a:solidFill>
                <a:latin typeface="Cantarell"/>
                <a:ea typeface="Cantarell"/>
                <a:cs typeface="Cantarell"/>
                <a:sym typeface="Cantarel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34"/>
          <p:cNvSpPr txBox="1">
            <a:spLocks noGrp="1"/>
          </p:cNvSpPr>
          <p:nvPr>
            <p:ph type="dt" idx="10"/>
          </p:nvPr>
        </p:nvSpPr>
        <p:spPr>
          <a:xfrm>
            <a:off x="838200" y="6471138"/>
            <a:ext cx="2743200" cy="25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34"/>
          <p:cNvSpPr txBox="1">
            <a:spLocks noGrp="1"/>
          </p:cNvSpPr>
          <p:nvPr>
            <p:ph type="ftr" idx="11"/>
          </p:nvPr>
        </p:nvSpPr>
        <p:spPr>
          <a:xfrm>
            <a:off x="4038600" y="6471138"/>
            <a:ext cx="4114800" cy="25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34"/>
          <p:cNvSpPr txBox="1">
            <a:spLocks noGrp="1"/>
          </p:cNvSpPr>
          <p:nvPr>
            <p:ph type="sldNum" idx="12"/>
          </p:nvPr>
        </p:nvSpPr>
        <p:spPr>
          <a:xfrm>
            <a:off x="8610600" y="6471138"/>
            <a:ext cx="2743200" cy="25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10" name="Google Shape;110;p34"/>
          <p:cNvSpPr/>
          <p:nvPr/>
        </p:nvSpPr>
        <p:spPr>
          <a:xfrm>
            <a:off x="0" y="6352197"/>
            <a:ext cx="12192002" cy="130971"/>
          </a:xfrm>
          <a:prstGeom prst="rect">
            <a:avLst/>
          </a:prstGeom>
          <a:solidFill>
            <a:srgbClr val="D0A86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3"/>
              <a:buFont typeface="Arial"/>
              <a:buNone/>
            </a:pPr>
            <a:endParaRPr sz="1463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p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813907" y="0"/>
            <a:ext cx="2378094" cy="11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0A863"/>
              </a:buClr>
              <a:buSzPts val="4400"/>
              <a:buFont typeface="Calibri"/>
              <a:buNone/>
              <a:defRPr sz="4400" b="1" i="0" u="none" strike="noStrike" cap="none">
                <a:solidFill>
                  <a:srgbClr val="D0A86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0A863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D0A86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D0A86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D0A86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D0A86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A863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D0A86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pMohanty/PlantVillage-Dataset/tree/master/raw/color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link.springer.com/article/10.1007/s10462-025-11234-6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article/10.1007/s10462-024-10944-7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igi-global.com/gateway/article/315126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arxiv.org/pdf/2102.00160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"/>
          <p:cNvSpPr txBox="1">
            <a:spLocks noGrp="1"/>
          </p:cNvSpPr>
          <p:nvPr>
            <p:ph type="ctrTitle"/>
          </p:nvPr>
        </p:nvSpPr>
        <p:spPr>
          <a:xfrm>
            <a:off x="1524000" y="2157572"/>
            <a:ext cx="9144000" cy="945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/>
            <a:r>
              <a:rPr lang="en-US" sz="3600" dirty="0">
                <a:solidFill>
                  <a:srgbClr val="D7AC54"/>
                </a:solidFill>
              </a:rPr>
              <a:t>Crop Disease Detection and Advisory Systems</a:t>
            </a:r>
            <a:endParaRPr lang="en-IN" sz="3600" b="1" dirty="0">
              <a:solidFill>
                <a:srgbClr val="D7AC54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8" name="Google Shape;118;p1"/>
          <p:cNvSpPr txBox="1">
            <a:spLocks noGrp="1"/>
          </p:cNvSpPr>
          <p:nvPr>
            <p:ph type="dt" idx="10"/>
          </p:nvPr>
        </p:nvSpPr>
        <p:spPr>
          <a:xfrm>
            <a:off x="838200" y="6471138"/>
            <a:ext cx="2743200" cy="25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03-06-2022</a:t>
            </a:r>
            <a:endParaRPr/>
          </a:p>
        </p:txBody>
      </p:sp>
      <p:sp>
        <p:nvSpPr>
          <p:cNvPr id="119" name="Google Shape;119;p1"/>
          <p:cNvSpPr txBox="1">
            <a:spLocks noGrp="1"/>
          </p:cNvSpPr>
          <p:nvPr>
            <p:ph type="ftr" idx="11"/>
          </p:nvPr>
        </p:nvSpPr>
        <p:spPr>
          <a:xfrm>
            <a:off x="4038600" y="6471138"/>
            <a:ext cx="4114800" cy="25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Corporate presentation</a:t>
            </a:r>
            <a:endParaRPr/>
          </a:p>
        </p:txBody>
      </p:sp>
      <p:sp>
        <p:nvSpPr>
          <p:cNvPr id="120" name="Google Shape;120;p1"/>
          <p:cNvSpPr txBox="1">
            <a:spLocks noGrp="1"/>
          </p:cNvSpPr>
          <p:nvPr>
            <p:ph type="sldNum" idx="12"/>
          </p:nvPr>
        </p:nvSpPr>
        <p:spPr>
          <a:xfrm>
            <a:off x="8610600" y="6471138"/>
            <a:ext cx="2743200" cy="25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1</a:t>
            </a:fld>
            <a:endParaRPr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4922C2-6613-7C87-0CB0-38717960F6B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49225" y="3306763"/>
            <a:ext cx="9991725" cy="24190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spcBef>
                <a:spcPts val="0"/>
              </a:spcBef>
            </a:pPr>
            <a:r>
              <a:rPr lang="en-US" b="1" dirty="0">
                <a:solidFill>
                  <a:srgbClr val="D7AC54"/>
                </a:solidFill>
              </a:rPr>
              <a:t>Madhu Sudhan C -1RUA24CSE0234</a:t>
            </a:r>
          </a:p>
          <a:p>
            <a:pPr marL="0" indent="0" algn="l">
              <a:spcBef>
                <a:spcPts val="0"/>
              </a:spcBef>
            </a:pPr>
            <a:r>
              <a:rPr lang="en-US" b="1" dirty="0">
                <a:solidFill>
                  <a:srgbClr val="D7AC54"/>
                </a:solidFill>
              </a:rPr>
              <a:t>Ponnu Krishna M.P-1RUA24CSE0301</a:t>
            </a:r>
          </a:p>
          <a:p>
            <a:pPr marL="0" indent="0" algn="l">
              <a:spcBef>
                <a:spcPts val="0"/>
              </a:spcBef>
            </a:pPr>
            <a:r>
              <a:rPr lang="en-US" b="1" dirty="0">
                <a:solidFill>
                  <a:srgbClr val="D7AC54"/>
                </a:solidFill>
              </a:rPr>
              <a:t>Naga Sai Karthik-1RUA24CSE0050</a:t>
            </a:r>
          </a:p>
          <a:p>
            <a:pPr marL="0" indent="0" algn="l">
              <a:spcBef>
                <a:spcPts val="0"/>
              </a:spcBef>
            </a:pPr>
            <a:r>
              <a:rPr lang="en-US" b="1" dirty="0">
                <a:solidFill>
                  <a:srgbClr val="D7AC54"/>
                </a:solidFill>
              </a:rPr>
              <a:t>N. A. Harshal-1RUA24CSE0269</a:t>
            </a:r>
          </a:p>
          <a:p>
            <a:pPr marL="0" indent="0" algn="l">
              <a:spcBef>
                <a:spcPts val="0"/>
              </a:spcBef>
            </a:pPr>
            <a:endParaRPr lang="en-US" b="1" dirty="0">
              <a:solidFill>
                <a:srgbClr val="D7AC54"/>
              </a:solidFill>
            </a:endParaRPr>
          </a:p>
          <a:p>
            <a:pPr marL="0" indent="0" algn="l">
              <a:spcBef>
                <a:spcPts val="0"/>
              </a:spcBef>
            </a:pPr>
            <a:r>
              <a:rPr lang="en-US" b="1" dirty="0">
                <a:solidFill>
                  <a:srgbClr val="D7AC54"/>
                </a:solidFill>
              </a:rPr>
              <a:t>RV University </a:t>
            </a:r>
          </a:p>
          <a:p>
            <a:pPr marL="0" indent="0" algn="l">
              <a:spcBef>
                <a:spcPts val="0"/>
              </a:spcBef>
            </a:pPr>
            <a:r>
              <a:rPr lang="en-US" b="1" dirty="0">
                <a:solidFill>
                  <a:srgbClr val="D7AC54"/>
                </a:solidFill>
              </a:rPr>
              <a:t>Bengaluru India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F36D0B-37EE-57EA-BACD-9EBD75CEC5D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</a:t>
            </a:fld>
            <a:endParaRPr lang="en-IN"/>
          </a:p>
        </p:txBody>
      </p:sp>
      <p:sp>
        <p:nvSpPr>
          <p:cNvPr id="2" name="Google Shape;88;p14">
            <a:extLst>
              <a:ext uri="{FF2B5EF4-FFF2-40B4-BE49-F238E27FC236}">
                <a16:creationId xmlns:a16="http://schemas.microsoft.com/office/drawing/2014/main" id="{C2FA6270-4347-F157-0506-99890DA7813E}"/>
              </a:ext>
            </a:extLst>
          </p:cNvPr>
          <p:cNvSpPr/>
          <p:nvPr/>
        </p:nvSpPr>
        <p:spPr>
          <a:xfrm>
            <a:off x="3115557" y="295613"/>
            <a:ext cx="5572665" cy="622299"/>
          </a:xfrm>
          <a:prstGeom prst="snip2DiagRect">
            <a:avLst>
              <a:gd name="adj1" fmla="val 0"/>
              <a:gd name="adj2" fmla="val 43005"/>
            </a:avLst>
          </a:prstGeom>
          <a:solidFill>
            <a:srgbClr val="23303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dirty="0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Problem Statement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1F42DC-8110-E758-2F9B-BE463E59E6B3}"/>
              </a:ext>
            </a:extLst>
          </p:cNvPr>
          <p:cNvSpPr txBox="1"/>
          <p:nvPr/>
        </p:nvSpPr>
        <p:spPr>
          <a:xfrm>
            <a:off x="273944" y="917912"/>
            <a:ext cx="11485977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Wingdings" panose="05000000000000000000" pitchFamily="2" charset="2"/>
              <a:buChar char="q"/>
            </a:pPr>
            <a:r>
              <a:rPr lang="en-US" sz="2000" b="1" u="sng" dirty="0">
                <a:solidFill>
                  <a:schemeClr val="bg1"/>
                </a:solidFill>
              </a:rPr>
              <a:t>Lack of Early Disease Detection</a:t>
            </a:r>
            <a:r>
              <a:rPr lang="en-US" sz="2000" b="1" dirty="0">
                <a:solidFill>
                  <a:schemeClr val="bg1"/>
                </a:solidFill>
              </a:rPr>
              <a:t>: </a:t>
            </a:r>
            <a:r>
              <a:rPr lang="en-US" sz="2000" dirty="0">
                <a:solidFill>
                  <a:schemeClr val="bg1"/>
                </a:solidFill>
              </a:rPr>
              <a:t>Farmers often fail to identify plant diseases at an early stage due to limited technical knowledge and visual similarity between diseases.</a:t>
            </a:r>
          </a:p>
          <a:p>
            <a:pPr lvl="0" algn="just"/>
            <a:endParaRPr lang="en-US" sz="2000" dirty="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u="sng" dirty="0">
                <a:solidFill>
                  <a:schemeClr val="bg1"/>
                </a:solidFill>
              </a:rPr>
              <a:t>Overuse and Misuse of Pesticides</a:t>
            </a:r>
            <a:r>
              <a:rPr lang="en-US" sz="2000" b="1" dirty="0">
                <a:solidFill>
                  <a:schemeClr val="bg1"/>
                </a:solidFill>
              </a:rPr>
              <a:t>: </a:t>
            </a:r>
            <a:r>
              <a:rPr lang="en-US" sz="2000" dirty="0">
                <a:solidFill>
                  <a:schemeClr val="bg1"/>
                </a:solidFill>
              </a:rPr>
              <a:t>Farmers often apply broad-spectrum pesticides unnecessarily, leading to increased production costs, soil degradation, and environmental pollution.</a:t>
            </a:r>
          </a:p>
          <a:p>
            <a:pPr marL="342900" lvl="0" indent="-342900" algn="just">
              <a:buFont typeface="Wingdings" panose="05000000000000000000" pitchFamily="2" charset="2"/>
              <a:buChar char="q"/>
            </a:pPr>
            <a:endParaRPr lang="en-US" sz="2000" b="1" dirty="0">
              <a:solidFill>
                <a:schemeClr val="bg1"/>
              </a:solidFill>
              <a:latin typeface="Cantarell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u="sng" dirty="0">
                <a:solidFill>
                  <a:schemeClr val="bg1"/>
                </a:solidFill>
              </a:rPr>
              <a:t>Lack of Real-Time Decision Support</a:t>
            </a:r>
            <a:r>
              <a:rPr lang="en-US" sz="2000" b="1" dirty="0">
                <a:solidFill>
                  <a:schemeClr val="bg1"/>
                </a:solidFill>
              </a:rPr>
              <a:t>: </a:t>
            </a:r>
            <a:r>
              <a:rPr lang="en-US" sz="2000" dirty="0">
                <a:solidFill>
                  <a:schemeClr val="bg1"/>
                </a:solidFill>
              </a:rPr>
              <a:t>Farmers do not have access to instant, data-driven recommendations regarding disease severity, climate risk, and crop suitability during critical farming stages.</a:t>
            </a:r>
          </a:p>
          <a:p>
            <a:pPr marL="342900" lvl="0" indent="-342900" algn="just">
              <a:buFont typeface="Wingdings" panose="05000000000000000000" pitchFamily="2" charset="2"/>
              <a:buChar char="q"/>
            </a:pPr>
            <a:endParaRPr lang="en-US" sz="2000" b="1" dirty="0">
              <a:solidFill>
                <a:schemeClr val="bg1"/>
              </a:solidFill>
              <a:latin typeface="Cantarell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u="sng" dirty="0">
                <a:solidFill>
                  <a:schemeClr val="bg1"/>
                </a:solidFill>
              </a:rPr>
              <a:t>Absence of Crop Suitability Guidance</a:t>
            </a:r>
            <a:r>
              <a:rPr lang="en-US" sz="2000" b="1" dirty="0">
                <a:solidFill>
                  <a:schemeClr val="bg1"/>
                </a:solidFill>
              </a:rPr>
              <a:t>: </a:t>
            </a:r>
            <a:r>
              <a:rPr lang="en-US" sz="2000" dirty="0">
                <a:solidFill>
                  <a:schemeClr val="bg1"/>
                </a:solidFill>
              </a:rPr>
              <a:t>Farmers often choose crops without analyzing soil pH and environmental compatibility. This reduces productivity and increases the risk of disease occurrence.</a:t>
            </a:r>
          </a:p>
          <a:p>
            <a:pPr marL="342900" lvl="0" indent="-342900" algn="just">
              <a:buFont typeface="Wingdings" panose="05000000000000000000" pitchFamily="2" charset="2"/>
              <a:buChar char="q"/>
            </a:pPr>
            <a:endParaRPr lang="en-US" sz="2000" b="1" dirty="0">
              <a:solidFill>
                <a:schemeClr val="bg1"/>
              </a:solidFill>
              <a:latin typeface="Cantarell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u="sng" dirty="0">
                <a:solidFill>
                  <a:schemeClr val="bg1"/>
                </a:solidFill>
              </a:rPr>
              <a:t>No Unified Platform for Image + Climate + Risk Analysis</a:t>
            </a:r>
            <a:r>
              <a:rPr lang="en-US" sz="2000" b="1" dirty="0">
                <a:solidFill>
                  <a:schemeClr val="bg1"/>
                </a:solidFill>
              </a:rPr>
              <a:t>: </a:t>
            </a:r>
            <a:r>
              <a:rPr lang="en-US" sz="2000" dirty="0">
                <a:solidFill>
                  <a:schemeClr val="bg1"/>
                </a:solidFill>
              </a:rPr>
              <a:t>There is no integrated AI system that combines image-based disease detection with climate risk scoring and suitability indexing.</a:t>
            </a:r>
          </a:p>
          <a:p>
            <a:pPr marL="342900" lvl="0" indent="-342900" algn="just">
              <a:buFont typeface="Wingdings" panose="05000000000000000000" pitchFamily="2" charset="2"/>
              <a:buChar char="q"/>
            </a:pPr>
            <a:endParaRPr lang="en-US" sz="2000" b="1" dirty="0">
              <a:solidFill>
                <a:schemeClr val="bg1"/>
              </a:solidFill>
              <a:latin typeface="Cantarell"/>
            </a:endParaRPr>
          </a:p>
          <a:p>
            <a:pPr marL="342900" lvl="0" indent="-342900" algn="just">
              <a:buFont typeface="Wingdings" panose="05000000000000000000" pitchFamily="2" charset="2"/>
              <a:buChar char="q"/>
            </a:pPr>
            <a:endParaRPr lang="en-US" sz="2000" dirty="0">
              <a:solidFill>
                <a:schemeClr val="bg1"/>
              </a:solidFill>
              <a:latin typeface="Cantarell"/>
            </a:endParaRPr>
          </a:p>
        </p:txBody>
      </p:sp>
    </p:spTree>
    <p:extLst>
      <p:ext uri="{BB962C8B-B14F-4D97-AF65-F5344CB8AC3E}">
        <p14:creationId xmlns:p14="http://schemas.microsoft.com/office/powerpoint/2010/main" val="5567234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F7FBD-0D9F-384D-DFCC-93899844288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3</a:t>
            </a:fld>
            <a:endParaRPr lang="en-IN"/>
          </a:p>
        </p:txBody>
      </p:sp>
      <p:sp>
        <p:nvSpPr>
          <p:cNvPr id="5" name="Google Shape;88;p14">
            <a:extLst>
              <a:ext uri="{FF2B5EF4-FFF2-40B4-BE49-F238E27FC236}">
                <a16:creationId xmlns:a16="http://schemas.microsoft.com/office/drawing/2014/main" id="{1EC057E7-F648-96BC-A20F-6DE67868567A}"/>
              </a:ext>
            </a:extLst>
          </p:cNvPr>
          <p:cNvSpPr/>
          <p:nvPr/>
        </p:nvSpPr>
        <p:spPr>
          <a:xfrm>
            <a:off x="3105509" y="508360"/>
            <a:ext cx="5572665" cy="622299"/>
          </a:xfrm>
          <a:prstGeom prst="snip2DiagRect">
            <a:avLst>
              <a:gd name="adj1" fmla="val 0"/>
              <a:gd name="adj2" fmla="val 43005"/>
            </a:avLst>
          </a:prstGeom>
          <a:solidFill>
            <a:srgbClr val="23303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 dirty="0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Dataset(s) details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8567EB-C8A6-D38F-245E-C4D19F924A05}"/>
              </a:ext>
            </a:extLst>
          </p:cNvPr>
          <p:cNvSpPr txBox="1"/>
          <p:nvPr/>
        </p:nvSpPr>
        <p:spPr>
          <a:xfrm>
            <a:off x="1474851" y="1997839"/>
            <a:ext cx="9242298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da-DK" sz="2800" b="1" dirty="0">
                <a:solidFill>
                  <a:schemeClr val="bg1"/>
                </a:solidFill>
              </a:rPr>
              <a:t>Dataset:</a:t>
            </a:r>
            <a:r>
              <a:rPr lang="da-DK" sz="2800" dirty="0">
                <a:solidFill>
                  <a:schemeClr val="bg1"/>
                </a:solidFill>
              </a:rPr>
              <a:t> PlantVillage Color Leaf Dataset</a:t>
            </a:r>
          </a:p>
          <a:p>
            <a:pPr marL="342900" lvl="0" indent="-34290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Training:</a:t>
            </a:r>
            <a:r>
              <a:rPr lang="en-IN" sz="2800" dirty="0">
                <a:solidFill>
                  <a:schemeClr val="bg1"/>
                </a:solidFill>
              </a:rPr>
              <a:t> 80% of images </a:t>
            </a:r>
          </a:p>
          <a:p>
            <a:pPr marL="342900" lvl="0" indent="-34290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</a:rPr>
              <a:t>Testing:</a:t>
            </a:r>
            <a:r>
              <a:rPr lang="en-IN" sz="2800" dirty="0">
                <a:solidFill>
                  <a:schemeClr val="bg1"/>
                </a:solidFill>
              </a:rPr>
              <a:t> 20% </a:t>
            </a:r>
          </a:p>
          <a:p>
            <a:pPr marL="342900" lvl="0" indent="-34290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Number of Classes:</a:t>
            </a:r>
            <a:r>
              <a:rPr lang="en-US" sz="2800" dirty="0">
                <a:solidFill>
                  <a:schemeClr val="bg1"/>
                </a:solidFill>
              </a:rPr>
              <a:t> 10 distinct disease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4EE350-8919-35F2-9F4B-1FC9ED861356}"/>
              </a:ext>
            </a:extLst>
          </p:cNvPr>
          <p:cNvSpPr txBox="1"/>
          <p:nvPr/>
        </p:nvSpPr>
        <p:spPr>
          <a:xfrm>
            <a:off x="1213942" y="5327231"/>
            <a:ext cx="97641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Link:- </a:t>
            </a:r>
            <a:r>
              <a:rPr lang="en-IN" sz="2000" dirty="0">
                <a:hlinkClick r:id="rId2"/>
              </a:rPr>
              <a:t>https://github.com/spMohanty/PlantVillage-Dataset/tree/master/raw/color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895001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F816AA-F104-5909-BA11-48386F9D26F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4</a:t>
            </a:fld>
            <a:endParaRPr lang="en-IN"/>
          </a:p>
        </p:txBody>
      </p:sp>
      <p:sp>
        <p:nvSpPr>
          <p:cNvPr id="5" name="Google Shape;88;p14">
            <a:extLst>
              <a:ext uri="{FF2B5EF4-FFF2-40B4-BE49-F238E27FC236}">
                <a16:creationId xmlns:a16="http://schemas.microsoft.com/office/drawing/2014/main" id="{465B6E36-3FCE-7BCF-772A-462EE685DDB6}"/>
              </a:ext>
            </a:extLst>
          </p:cNvPr>
          <p:cNvSpPr/>
          <p:nvPr/>
        </p:nvSpPr>
        <p:spPr>
          <a:xfrm>
            <a:off x="3115783" y="66482"/>
            <a:ext cx="5572665" cy="622299"/>
          </a:xfrm>
          <a:prstGeom prst="snip2DiagRect">
            <a:avLst>
              <a:gd name="adj1" fmla="val 0"/>
              <a:gd name="adj2" fmla="val 43005"/>
            </a:avLst>
          </a:prstGeom>
          <a:solidFill>
            <a:srgbClr val="23303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dirty="0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Literature Survey</a:t>
            </a:r>
          </a:p>
        </p:txBody>
      </p:sp>
      <p:sp>
        <p:nvSpPr>
          <p:cNvPr id="6" name="Google Shape;70;p15">
            <a:extLst>
              <a:ext uri="{FF2B5EF4-FFF2-40B4-BE49-F238E27FC236}">
                <a16:creationId xmlns:a16="http://schemas.microsoft.com/office/drawing/2014/main" id="{D2D38048-2D74-1724-B7D1-AB248FE6FAEE}"/>
              </a:ext>
            </a:extLst>
          </p:cNvPr>
          <p:cNvSpPr txBox="1">
            <a:spLocks/>
          </p:cNvSpPr>
          <p:nvPr/>
        </p:nvSpPr>
        <p:spPr>
          <a:xfrm>
            <a:off x="154694" y="741334"/>
            <a:ext cx="10014237" cy="40503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b="1" dirty="0">
                <a:solidFill>
                  <a:schemeClr val="bg1"/>
                </a:solidFill>
              </a:rPr>
              <a:t>1. “Plant leaf disease detection and classification using convolution neural networks model”- </a:t>
            </a:r>
            <a:r>
              <a:rPr lang="en-IN" sz="2000" dirty="0">
                <a:solidFill>
                  <a:schemeClr val="bg1"/>
                </a:solidFill>
              </a:rPr>
              <a:t>Tanko Daniel Salka, </a:t>
            </a:r>
            <a:r>
              <a:rPr lang="en-IN" sz="2000" dirty="0" err="1">
                <a:solidFill>
                  <a:schemeClr val="bg1"/>
                </a:solidFill>
              </a:rPr>
              <a:t>Marsyita</a:t>
            </a:r>
            <a:r>
              <a:rPr lang="en-IN" sz="2000" dirty="0">
                <a:solidFill>
                  <a:schemeClr val="bg1"/>
                </a:solidFill>
              </a:rPr>
              <a:t> Binti Hanafi,</a:t>
            </a:r>
          </a:p>
          <a:p>
            <a:r>
              <a:rPr lang="en-IN" sz="2000" dirty="0">
                <a:solidFill>
                  <a:schemeClr val="bg1"/>
                </a:solidFill>
              </a:rPr>
              <a:t>Sharifah M. Syed Ahmad Abdul Rahman, </a:t>
            </a:r>
            <a:r>
              <a:rPr lang="en-IN" sz="2000" dirty="0" err="1">
                <a:solidFill>
                  <a:schemeClr val="bg1"/>
                </a:solidFill>
              </a:rPr>
              <a:t>Dzarifah</a:t>
            </a:r>
            <a:r>
              <a:rPr lang="en-IN" sz="2000" dirty="0">
                <a:solidFill>
                  <a:schemeClr val="bg1"/>
                </a:solidFill>
              </a:rPr>
              <a:t> Binti </a:t>
            </a:r>
          </a:p>
          <a:p>
            <a:r>
              <a:rPr lang="en-IN" sz="2000" dirty="0">
                <a:solidFill>
                  <a:schemeClr val="bg1"/>
                </a:solidFill>
              </a:rPr>
              <a:t>Mohamed </a:t>
            </a:r>
            <a:r>
              <a:rPr lang="en-IN" sz="2000" dirty="0" err="1">
                <a:solidFill>
                  <a:schemeClr val="bg1"/>
                </a:solidFill>
              </a:rPr>
              <a:t>Zulperi</a:t>
            </a:r>
            <a:r>
              <a:rPr lang="en-IN" sz="2000" dirty="0">
                <a:solidFill>
                  <a:schemeClr val="bg1"/>
                </a:solidFill>
              </a:rPr>
              <a:t>, Zaid Omar (Springer Nature (2025))</a:t>
            </a:r>
            <a:endParaRPr lang="en-US" sz="2000" b="1" dirty="0">
              <a:solidFill>
                <a:schemeClr val="bg1"/>
              </a:solidFill>
            </a:endParaRPr>
          </a:p>
          <a:p>
            <a:pPr marL="114300">
              <a:buClr>
                <a:schemeClr val="dk1"/>
              </a:buClr>
              <a:buSzPts val="1800"/>
            </a:pPr>
            <a:endParaRPr lang="en-IN" sz="1800" dirty="0">
              <a:solidFill>
                <a:srgbClr val="D7AC54"/>
              </a:solidFill>
              <a:latin typeface="Cantarell"/>
            </a:endParaRPr>
          </a:p>
          <a:p>
            <a:pPr marL="400050" indent="-285750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Methods: Comparative CNN analysis, transfer learning evaluation.</a:t>
            </a:r>
          </a:p>
          <a:p>
            <a:pPr marL="400050" indent="-285750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endParaRPr lang="en-IN" sz="1800" dirty="0">
              <a:solidFill>
                <a:schemeClr val="bg1"/>
              </a:solidFill>
              <a:latin typeface="Cantarell"/>
            </a:endParaRPr>
          </a:p>
          <a:p>
            <a:pPr marL="400050" indent="-285750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bg1"/>
                </a:solidFill>
              </a:rPr>
              <a:t>Datasets: </a:t>
            </a:r>
            <a:r>
              <a:rPr lang="en-IN" sz="1800" dirty="0" err="1">
                <a:solidFill>
                  <a:schemeClr val="bg1"/>
                </a:solidFill>
              </a:rPr>
              <a:t>PlantVillage</a:t>
            </a:r>
            <a:r>
              <a:rPr lang="en-IN" sz="1800" dirty="0">
                <a:solidFill>
                  <a:schemeClr val="bg1"/>
                </a:solidFill>
              </a:rPr>
              <a:t>, ImageNet, custom field datasets</a:t>
            </a:r>
            <a:r>
              <a:rPr lang="en-IN" sz="1800" dirty="0">
                <a:solidFill>
                  <a:schemeClr val="bg1"/>
                </a:solidFill>
                <a:latin typeface="Cantarell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77AA31-99EA-C484-EB9D-F3D91492DE5D}"/>
              </a:ext>
            </a:extLst>
          </p:cNvPr>
          <p:cNvSpPr txBox="1"/>
          <p:nvPr/>
        </p:nvSpPr>
        <p:spPr>
          <a:xfrm>
            <a:off x="265227" y="5712807"/>
            <a:ext cx="6166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solidFill>
                  <a:schemeClr val="bg1"/>
                </a:solidFill>
                <a:latin typeface="Cantarell"/>
              </a:rPr>
              <a:t>Paper link</a:t>
            </a:r>
            <a:r>
              <a:rPr lang="en-IN" dirty="0">
                <a:solidFill>
                  <a:schemeClr val="bg1"/>
                </a:solidFill>
              </a:rPr>
              <a:t>: </a:t>
            </a:r>
            <a:r>
              <a:rPr lang="en-IN" dirty="0">
                <a:solidFill>
                  <a:schemeClr val="bg1"/>
                </a:solidFill>
                <a:hlinkClick r:id="rId2"/>
              </a:rPr>
              <a:t>https://link.springer.com/article/10.1007/s10462-025-11234-6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AD2847-6624-C65B-8983-A9E9D18B2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1867" y="1294689"/>
            <a:ext cx="4244519" cy="523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216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847C67-B688-6E81-7A9F-828703BFFF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5</a:t>
            </a:fld>
            <a:endParaRPr lang="en-IN"/>
          </a:p>
        </p:txBody>
      </p:sp>
      <p:sp>
        <p:nvSpPr>
          <p:cNvPr id="5" name="Google Shape;88;p14">
            <a:extLst>
              <a:ext uri="{FF2B5EF4-FFF2-40B4-BE49-F238E27FC236}">
                <a16:creationId xmlns:a16="http://schemas.microsoft.com/office/drawing/2014/main" id="{63CA1E44-14D7-B9BA-2076-28921177D4B7}"/>
              </a:ext>
            </a:extLst>
          </p:cNvPr>
          <p:cNvSpPr/>
          <p:nvPr/>
        </p:nvSpPr>
        <p:spPr>
          <a:xfrm>
            <a:off x="2876003" y="205072"/>
            <a:ext cx="5572665" cy="622299"/>
          </a:xfrm>
          <a:prstGeom prst="snip2DiagRect">
            <a:avLst>
              <a:gd name="adj1" fmla="val 0"/>
              <a:gd name="adj2" fmla="val 43005"/>
            </a:avLst>
          </a:prstGeom>
          <a:solidFill>
            <a:srgbClr val="23303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dirty="0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Literature Survey Contd.</a:t>
            </a:r>
          </a:p>
        </p:txBody>
      </p:sp>
      <p:sp>
        <p:nvSpPr>
          <p:cNvPr id="6" name="Google Shape;70;p15">
            <a:extLst>
              <a:ext uri="{FF2B5EF4-FFF2-40B4-BE49-F238E27FC236}">
                <a16:creationId xmlns:a16="http://schemas.microsoft.com/office/drawing/2014/main" id="{898F1391-6365-04DC-704E-94FD075E6600}"/>
              </a:ext>
            </a:extLst>
          </p:cNvPr>
          <p:cNvSpPr txBox="1">
            <a:spLocks/>
          </p:cNvSpPr>
          <p:nvPr/>
        </p:nvSpPr>
        <p:spPr>
          <a:xfrm>
            <a:off x="50800" y="827371"/>
            <a:ext cx="10213044" cy="44345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algn="just">
              <a:buClr>
                <a:schemeClr val="dk1"/>
              </a:buClr>
              <a:buSzPts val="1800"/>
            </a:pPr>
            <a:r>
              <a:rPr lang="en-IN" sz="2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2.</a:t>
            </a:r>
            <a:r>
              <a:rPr lang="en-IN" sz="2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“</a:t>
            </a:r>
            <a:r>
              <a:rPr lang="en-IN" sz="2000" b="1" dirty="0">
                <a:solidFill>
                  <a:schemeClr val="bg1"/>
                </a:solidFill>
              </a:rPr>
              <a:t>A systematic review of deep learning techniques for plant diseases”- </a:t>
            </a:r>
            <a:r>
              <a:rPr lang="en-IN" sz="2000" dirty="0">
                <a:solidFill>
                  <a:schemeClr val="bg1"/>
                </a:solidFill>
              </a:rPr>
              <a:t>Ishak Pacal, Ismail </a:t>
            </a:r>
            <a:r>
              <a:rPr lang="en-IN" sz="2000" dirty="0" err="1">
                <a:solidFill>
                  <a:schemeClr val="bg1"/>
                </a:solidFill>
              </a:rPr>
              <a:t>Kunduracioglu</a:t>
            </a:r>
            <a:r>
              <a:rPr lang="en-IN" sz="2000" dirty="0">
                <a:solidFill>
                  <a:schemeClr val="bg1"/>
                </a:solidFill>
              </a:rPr>
              <a:t>, Mehmet Hakki Alma, Muhammet Deveci, </a:t>
            </a:r>
            <a:r>
              <a:rPr lang="en-IN" sz="2000" dirty="0" err="1">
                <a:solidFill>
                  <a:schemeClr val="bg1"/>
                </a:solidFill>
              </a:rPr>
              <a:t>Seifedine</a:t>
            </a:r>
            <a:r>
              <a:rPr lang="en-IN" sz="2000" dirty="0">
                <a:solidFill>
                  <a:schemeClr val="bg1"/>
                </a:solidFill>
              </a:rPr>
              <a:t> Kadry, Jan Nedoma, Vlastimil </a:t>
            </a:r>
            <a:r>
              <a:rPr lang="en-IN" sz="2000" dirty="0" err="1">
                <a:solidFill>
                  <a:schemeClr val="bg1"/>
                </a:solidFill>
              </a:rPr>
              <a:t>Slany,Radek</a:t>
            </a:r>
            <a:r>
              <a:rPr lang="en-IN" sz="2000" dirty="0">
                <a:solidFill>
                  <a:schemeClr val="bg1"/>
                </a:solidFill>
              </a:rPr>
              <a:t> Martinek (Springer Nature (2024))</a:t>
            </a:r>
            <a:endParaRPr lang="en-US" sz="2000" b="1" dirty="0">
              <a:solidFill>
                <a:schemeClr val="bg1"/>
              </a:solidFill>
            </a:endParaRPr>
          </a:p>
          <a:p>
            <a:pPr marL="114300" lvl="0" algn="just">
              <a:buClr>
                <a:schemeClr val="dk1"/>
              </a:buClr>
              <a:buSzPts val="1800"/>
            </a:pPr>
            <a:endParaRPr lang="en-IN" sz="2000" dirty="0">
              <a:solidFill>
                <a:schemeClr val="bg1"/>
              </a:solidFill>
              <a:latin typeface="Cantarell"/>
            </a:endParaRPr>
          </a:p>
          <a:p>
            <a:pPr marL="400050" indent="-285750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Methods: </a:t>
            </a:r>
            <a:r>
              <a:rPr lang="fr-FR" sz="2000" dirty="0">
                <a:solidFill>
                  <a:schemeClr val="bg1"/>
                </a:solidFill>
              </a:rPr>
              <a:t>Classification, </a:t>
            </a:r>
            <a:r>
              <a:rPr lang="fr-FR" sz="2000" dirty="0" err="1">
                <a:solidFill>
                  <a:schemeClr val="bg1"/>
                </a:solidFill>
              </a:rPr>
              <a:t>Detection</a:t>
            </a:r>
            <a:r>
              <a:rPr lang="fr-FR" sz="2000" dirty="0">
                <a:solidFill>
                  <a:schemeClr val="bg1"/>
                </a:solidFill>
              </a:rPr>
              <a:t>, Segmentation </a:t>
            </a:r>
          </a:p>
          <a:p>
            <a:pPr marL="114300">
              <a:buClr>
                <a:schemeClr val="dk1"/>
              </a:buClr>
              <a:buSzPts val="1800"/>
            </a:pPr>
            <a:r>
              <a:rPr lang="fr-FR" sz="2000" dirty="0">
                <a:solidFill>
                  <a:schemeClr val="bg1"/>
                </a:solidFill>
              </a:rPr>
              <a:t>    model </a:t>
            </a:r>
            <a:r>
              <a:rPr lang="fr-FR" sz="2000" dirty="0" err="1">
                <a:solidFill>
                  <a:schemeClr val="bg1"/>
                </a:solidFill>
              </a:rPr>
              <a:t>comparison</a:t>
            </a:r>
            <a:r>
              <a:rPr lang="fr-FR" sz="2000" dirty="0">
                <a:solidFill>
                  <a:schemeClr val="bg1"/>
                </a:solidFill>
              </a:rPr>
              <a:t>.</a:t>
            </a:r>
          </a:p>
          <a:p>
            <a:pPr marL="400050" indent="-285750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endParaRPr lang="en-IN" sz="2000" dirty="0">
              <a:solidFill>
                <a:schemeClr val="bg1"/>
              </a:solidFill>
              <a:latin typeface="Cantarell"/>
            </a:endParaRPr>
          </a:p>
          <a:p>
            <a:pPr marL="400050" indent="-285750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Datasets: </a:t>
            </a:r>
            <a:r>
              <a:rPr lang="en-IN" sz="2000" dirty="0" err="1">
                <a:solidFill>
                  <a:schemeClr val="bg1"/>
                </a:solidFill>
              </a:rPr>
              <a:t>PlantVillage</a:t>
            </a:r>
            <a:r>
              <a:rPr lang="en-IN" sz="2000" dirty="0">
                <a:solidFill>
                  <a:schemeClr val="bg1"/>
                </a:solidFill>
              </a:rPr>
              <a:t>, ImageNet, Multi-crop datasets.</a:t>
            </a:r>
            <a:endParaRPr lang="en-IN" sz="2000" dirty="0">
              <a:solidFill>
                <a:schemeClr val="bg1"/>
              </a:solidFill>
              <a:latin typeface="Cantarell"/>
            </a:endParaRP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sz="3200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endParaRPr lang="en-IN" sz="3200" dirty="0">
              <a:solidFill>
                <a:schemeClr val="dk1"/>
              </a:solidFill>
            </a:endParaRPr>
          </a:p>
          <a:p>
            <a:pPr marL="457200" indent="-342900">
              <a:buClr>
                <a:schemeClr val="dk1"/>
              </a:buClr>
              <a:buSzPts val="1800"/>
              <a:buFont typeface="Arial"/>
              <a:buAutoNum type="arabicPeriod"/>
            </a:pPr>
            <a:endParaRPr lang="en-IN" sz="2400" dirty="0">
              <a:solidFill>
                <a:schemeClr val="dk1"/>
              </a:solidFill>
            </a:endParaRPr>
          </a:p>
          <a:p>
            <a:pPr marL="114300">
              <a:buClr>
                <a:schemeClr val="dk1"/>
              </a:buClr>
              <a:buSzPts val="1800"/>
            </a:pPr>
            <a:r>
              <a:rPr lang="en-IN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endParaRPr lang="en-IN" dirty="0">
              <a:solidFill>
                <a:schemeClr val="dk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87F5D5-5FD1-B7E7-845B-3AC0BDCEAD5B}"/>
              </a:ext>
            </a:extLst>
          </p:cNvPr>
          <p:cNvSpPr txBox="1"/>
          <p:nvPr/>
        </p:nvSpPr>
        <p:spPr>
          <a:xfrm>
            <a:off x="144156" y="5884179"/>
            <a:ext cx="63065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  <a:latin typeface="Cantarell"/>
              </a:rPr>
              <a:t>Paper</a:t>
            </a:r>
            <a:r>
              <a:rPr lang="en-IN" dirty="0">
                <a:solidFill>
                  <a:schemeClr val="bg1"/>
                </a:solidFill>
              </a:rPr>
              <a:t> </a:t>
            </a:r>
            <a:r>
              <a:rPr lang="en-IN" sz="2000" dirty="0">
                <a:solidFill>
                  <a:schemeClr val="bg1"/>
                </a:solidFill>
                <a:latin typeface="Cantarell"/>
              </a:rPr>
              <a:t>link: </a:t>
            </a:r>
            <a:r>
              <a:rPr lang="en-IN" dirty="0">
                <a:hlinkClick r:id="rId3"/>
              </a:rPr>
              <a:t>https://link.springer.com/article/10.1007/s10462-024-10944-7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822BFA-258D-FF83-FEC2-42C351EF4E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6400" y="2146033"/>
            <a:ext cx="5384800" cy="416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886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104239-589A-512E-B6BE-DA5408A716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6</a:t>
            </a:fld>
            <a:endParaRPr lang="en-IN"/>
          </a:p>
        </p:txBody>
      </p:sp>
      <p:sp>
        <p:nvSpPr>
          <p:cNvPr id="5" name="Google Shape;88;p14">
            <a:extLst>
              <a:ext uri="{FF2B5EF4-FFF2-40B4-BE49-F238E27FC236}">
                <a16:creationId xmlns:a16="http://schemas.microsoft.com/office/drawing/2014/main" id="{C41D7EE5-9D0F-A620-792C-19E50F0ACB8D}"/>
              </a:ext>
            </a:extLst>
          </p:cNvPr>
          <p:cNvSpPr/>
          <p:nvPr/>
        </p:nvSpPr>
        <p:spPr>
          <a:xfrm>
            <a:off x="3105509" y="508360"/>
            <a:ext cx="5572665" cy="622299"/>
          </a:xfrm>
          <a:prstGeom prst="snip2DiagRect">
            <a:avLst>
              <a:gd name="adj1" fmla="val 0"/>
              <a:gd name="adj2" fmla="val 43005"/>
            </a:avLst>
          </a:prstGeom>
          <a:solidFill>
            <a:srgbClr val="23303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dirty="0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Literature Survey Contd.</a:t>
            </a:r>
          </a:p>
        </p:txBody>
      </p:sp>
      <p:sp>
        <p:nvSpPr>
          <p:cNvPr id="6" name="Google Shape;70;p15">
            <a:extLst>
              <a:ext uri="{FF2B5EF4-FFF2-40B4-BE49-F238E27FC236}">
                <a16:creationId xmlns:a16="http://schemas.microsoft.com/office/drawing/2014/main" id="{7CE3CF1A-FBC8-1601-FEDF-E5CA0DB58583}"/>
              </a:ext>
            </a:extLst>
          </p:cNvPr>
          <p:cNvSpPr txBox="1">
            <a:spLocks/>
          </p:cNvSpPr>
          <p:nvPr/>
        </p:nvSpPr>
        <p:spPr>
          <a:xfrm>
            <a:off x="196558" y="1130659"/>
            <a:ext cx="11390565" cy="44345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algn="just">
              <a:buClr>
                <a:schemeClr val="dk1"/>
              </a:buClr>
              <a:buSzPts val="1800"/>
            </a:pPr>
            <a:r>
              <a:rPr lang="en-IN" sz="2000" b="1" dirty="0">
                <a:solidFill>
                  <a:schemeClr val="bg1"/>
                </a:solidFill>
              </a:rPr>
              <a:t>3. “Multi-Class Plant Leaf Disease Detection Using a Deep Convolutional Neural Network”- </a:t>
            </a:r>
            <a:r>
              <a:rPr lang="en-IN" sz="2000" dirty="0">
                <a:solidFill>
                  <a:schemeClr val="bg1"/>
                </a:solidFill>
              </a:rPr>
              <a:t>Shriya Jadhav, Anisha M. Lal (IGI Global (2022))</a:t>
            </a:r>
          </a:p>
          <a:p>
            <a:pPr marL="114300" algn="just">
              <a:buClr>
                <a:schemeClr val="dk1"/>
              </a:buClr>
              <a:buSzPts val="1800"/>
            </a:pPr>
            <a:endParaRPr lang="en-US" sz="2000" dirty="0">
              <a:solidFill>
                <a:srgbClr val="D7AC54"/>
              </a:solidFill>
              <a:latin typeface="Cantarell"/>
            </a:endParaRPr>
          </a:p>
          <a:p>
            <a:pPr marL="114300" algn="just">
              <a:buClr>
                <a:schemeClr val="dk1"/>
              </a:buClr>
              <a:buSzPts val="1800"/>
            </a:pPr>
            <a:r>
              <a:rPr lang="en-IN" sz="2000" dirty="0">
                <a:solidFill>
                  <a:schemeClr val="bg1"/>
                </a:solidFill>
                <a:latin typeface="Cantarell"/>
              </a:rPr>
              <a:t>Models: </a:t>
            </a:r>
            <a:r>
              <a:rPr lang="en-US" sz="2000" dirty="0">
                <a:solidFill>
                  <a:schemeClr val="bg1"/>
                </a:solidFill>
              </a:rPr>
              <a:t>Deep Convolutional Neural Network (CNN).</a:t>
            </a:r>
          </a:p>
          <a:p>
            <a:pPr marL="114300" algn="just">
              <a:buClr>
                <a:schemeClr val="dk1"/>
              </a:buClr>
              <a:buSzPts val="1800"/>
            </a:pPr>
            <a:endParaRPr lang="en-IN" sz="2000" dirty="0">
              <a:solidFill>
                <a:schemeClr val="bg1"/>
              </a:solidFill>
              <a:latin typeface="Cantarell"/>
            </a:endParaRPr>
          </a:p>
          <a:p>
            <a:pPr marL="114300">
              <a:buClr>
                <a:schemeClr val="dk1"/>
              </a:buClr>
              <a:buSzPts val="1800"/>
            </a:pPr>
            <a:r>
              <a:rPr lang="en-IN" sz="2000" dirty="0">
                <a:solidFill>
                  <a:schemeClr val="bg1"/>
                </a:solidFill>
                <a:latin typeface="Cantarell"/>
              </a:rPr>
              <a:t>Datasets : </a:t>
            </a:r>
            <a:r>
              <a:rPr lang="en-US" sz="2000" dirty="0" err="1">
                <a:solidFill>
                  <a:schemeClr val="bg1"/>
                </a:solidFill>
              </a:rPr>
              <a:t>PlantVillage</a:t>
            </a:r>
            <a:r>
              <a:rPr lang="en-US" sz="2000" dirty="0">
                <a:solidFill>
                  <a:schemeClr val="bg1"/>
                </a:solidFill>
              </a:rPr>
              <a:t>, Field-collected leaf images.</a:t>
            </a:r>
            <a:br>
              <a:rPr lang="en-US" sz="2000" dirty="0"/>
            </a:br>
            <a:r>
              <a:rPr lang="en-IN" sz="2000" dirty="0">
                <a:solidFill>
                  <a:srgbClr val="D7AC54"/>
                </a:solidFill>
                <a:latin typeface="Cantarell"/>
              </a:rPr>
              <a:t> </a:t>
            </a:r>
            <a:endParaRPr lang="en-IN" dirty="0">
              <a:solidFill>
                <a:schemeClr val="dk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13CD24-AAFB-4DF9-42D7-3897CBAE37D3}"/>
              </a:ext>
            </a:extLst>
          </p:cNvPr>
          <p:cNvSpPr txBox="1"/>
          <p:nvPr/>
        </p:nvSpPr>
        <p:spPr>
          <a:xfrm>
            <a:off x="196558" y="5527286"/>
            <a:ext cx="98389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  <a:latin typeface="Cantarell"/>
              </a:rPr>
              <a:t>Paper link: </a:t>
            </a:r>
            <a:r>
              <a:rPr lang="en-IN" sz="2000" dirty="0">
                <a:solidFill>
                  <a:schemeClr val="bg1"/>
                </a:solidFill>
                <a:latin typeface="Cantarell"/>
                <a:hlinkClick r:id="rId2"/>
              </a:rPr>
              <a:t>https://www.igi-global.com/gateway/article/315126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8A1CF5-6B50-29D0-7862-24553B0FB6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9680" y="2275376"/>
            <a:ext cx="5665762" cy="3099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128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75793F-B928-CB52-0483-898B4CB0785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7</a:t>
            </a:fld>
            <a:endParaRPr lang="en-IN"/>
          </a:p>
        </p:txBody>
      </p:sp>
      <p:sp>
        <p:nvSpPr>
          <p:cNvPr id="5" name="Google Shape;88;p14">
            <a:extLst>
              <a:ext uri="{FF2B5EF4-FFF2-40B4-BE49-F238E27FC236}">
                <a16:creationId xmlns:a16="http://schemas.microsoft.com/office/drawing/2014/main" id="{97978317-4BFC-BCF7-3BC1-CB5ED2B5E9A5}"/>
              </a:ext>
            </a:extLst>
          </p:cNvPr>
          <p:cNvSpPr/>
          <p:nvPr/>
        </p:nvSpPr>
        <p:spPr>
          <a:xfrm>
            <a:off x="1399999" y="366404"/>
            <a:ext cx="5572665" cy="622299"/>
          </a:xfrm>
          <a:prstGeom prst="snip2DiagRect">
            <a:avLst>
              <a:gd name="adj1" fmla="val 0"/>
              <a:gd name="adj2" fmla="val 43005"/>
            </a:avLst>
          </a:prstGeom>
          <a:solidFill>
            <a:srgbClr val="23303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dirty="0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Preliminary Results</a:t>
            </a:r>
          </a:p>
        </p:txBody>
      </p:sp>
      <p:sp>
        <p:nvSpPr>
          <p:cNvPr id="6" name="Google Shape;70;p15">
            <a:extLst>
              <a:ext uri="{FF2B5EF4-FFF2-40B4-BE49-F238E27FC236}">
                <a16:creationId xmlns:a16="http://schemas.microsoft.com/office/drawing/2014/main" id="{81C1A902-7130-B25A-F72D-1B6C4CE0AE89}"/>
              </a:ext>
            </a:extLst>
          </p:cNvPr>
          <p:cNvSpPr txBox="1">
            <a:spLocks/>
          </p:cNvSpPr>
          <p:nvPr/>
        </p:nvSpPr>
        <p:spPr>
          <a:xfrm>
            <a:off x="311700" y="1152474"/>
            <a:ext cx="10213044" cy="44345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2400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lang="en-US" sz="2400" dirty="0">
              <a:solidFill>
                <a:schemeClr val="dk1"/>
              </a:solidFill>
            </a:endParaRPr>
          </a:p>
          <a:p>
            <a:pPr marL="114300">
              <a:buClr>
                <a:schemeClr val="dk1"/>
              </a:buClr>
              <a:buSzPts val="1800"/>
            </a:pPr>
            <a:endParaRPr lang="en-IN" sz="2400" dirty="0">
              <a:solidFill>
                <a:schemeClr val="dk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CF3ADB-7D02-E609-C9E3-1358AF2AE968}"/>
              </a:ext>
            </a:extLst>
          </p:cNvPr>
          <p:cNvSpPr txBox="1"/>
          <p:nvPr/>
        </p:nvSpPr>
        <p:spPr>
          <a:xfrm>
            <a:off x="778267" y="5397749"/>
            <a:ext cx="6097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2"/>
              </a:rPr>
              <a:t>https://arxiv.org/pdf/2102.00160</a:t>
            </a:r>
            <a:r>
              <a:rPr lang="en-IN" dirty="0"/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047186-4915-6EB5-8DDF-47DF8375F7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361" y="1162522"/>
            <a:ext cx="9525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3776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7FBEE4-243E-7719-C4F4-1FC76328D63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8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B0695A-6C0B-4490-AD98-C3B26578E10D}"/>
              </a:ext>
            </a:extLst>
          </p:cNvPr>
          <p:cNvSpPr txBox="1"/>
          <p:nvPr/>
        </p:nvSpPr>
        <p:spPr>
          <a:xfrm>
            <a:off x="-1132951" y="454037"/>
            <a:ext cx="60943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dirty="0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Preliminary Results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705C156-3356-48D7-168A-732706D57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48" y="1008165"/>
            <a:ext cx="7500394" cy="517271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AC306AB-2AAF-7B2D-BB6F-1C611600CB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3381" y="1112337"/>
            <a:ext cx="4004841" cy="5068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1977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0DB954-BFBB-912D-4759-08FB3A60A7A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9</a:t>
            </a:fld>
            <a:endParaRPr lang="en-IN"/>
          </a:p>
        </p:txBody>
      </p:sp>
      <p:sp>
        <p:nvSpPr>
          <p:cNvPr id="5" name="Google Shape;88;p14">
            <a:extLst>
              <a:ext uri="{FF2B5EF4-FFF2-40B4-BE49-F238E27FC236}">
                <a16:creationId xmlns:a16="http://schemas.microsoft.com/office/drawing/2014/main" id="{5406E272-5BB7-741C-A7F7-38D3A5796B7F}"/>
              </a:ext>
            </a:extLst>
          </p:cNvPr>
          <p:cNvSpPr/>
          <p:nvPr/>
        </p:nvSpPr>
        <p:spPr>
          <a:xfrm>
            <a:off x="3105509" y="508360"/>
            <a:ext cx="5572665" cy="622299"/>
          </a:xfrm>
          <a:prstGeom prst="snip2DiagRect">
            <a:avLst>
              <a:gd name="adj1" fmla="val 0"/>
              <a:gd name="adj2" fmla="val 43005"/>
            </a:avLst>
          </a:prstGeom>
          <a:solidFill>
            <a:srgbClr val="23303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dirty="0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Further Plan</a:t>
            </a:r>
          </a:p>
        </p:txBody>
      </p:sp>
      <p:sp>
        <p:nvSpPr>
          <p:cNvPr id="6" name="Google Shape;70;p15">
            <a:extLst>
              <a:ext uri="{FF2B5EF4-FFF2-40B4-BE49-F238E27FC236}">
                <a16:creationId xmlns:a16="http://schemas.microsoft.com/office/drawing/2014/main" id="{46BAE3EF-4E87-AB8E-FA0F-B7EC5D9B2AEC}"/>
              </a:ext>
            </a:extLst>
          </p:cNvPr>
          <p:cNvSpPr txBox="1">
            <a:spLocks/>
          </p:cNvSpPr>
          <p:nvPr/>
        </p:nvSpPr>
        <p:spPr>
          <a:xfrm>
            <a:off x="203200" y="1130659"/>
            <a:ext cx="13289280" cy="57273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bg1"/>
                </a:solidFill>
              </a:rPr>
              <a:t>Provide treatment recommendations and pesticide guidance in regional languages.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US" alt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Collect more field images under varying lighting and backgrounds.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US" alt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Include more crops and rare disease classes.</a:t>
            </a:r>
            <a:endParaRPr lang="en-US" sz="26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US" alt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Improve model generalization and reduce misclassification.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bg1"/>
                </a:solidFill>
              </a:rPr>
              <a:t>Detect multiple disease spots in the same image.     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lang="en-US" sz="2400" dirty="0">
              <a:solidFill>
                <a:schemeClr val="accent4"/>
              </a:solidFill>
            </a:endParaRPr>
          </a:p>
          <a:p>
            <a:pPr marL="114300">
              <a:buClr>
                <a:schemeClr val="dk1"/>
              </a:buClr>
              <a:buSzPts val="1800"/>
            </a:pPr>
            <a:endParaRPr lang="en-IN" sz="24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1438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453088-30A8-29E8-9DD9-9CF168E45C1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10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3C8469-7C56-92E3-AF4D-C45B82F1BE37}"/>
              </a:ext>
            </a:extLst>
          </p:cNvPr>
          <p:cNvSpPr txBox="1"/>
          <p:nvPr/>
        </p:nvSpPr>
        <p:spPr>
          <a:xfrm>
            <a:off x="4178808" y="2459736"/>
            <a:ext cx="36102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14300">
              <a:buClr>
                <a:schemeClr val="dk1"/>
              </a:buClr>
              <a:buSzPts val="1800"/>
            </a:pPr>
            <a:r>
              <a:rPr lang="en-IN" sz="4800" b="1" dirty="0">
                <a:solidFill>
                  <a:srgbClr val="D7AC54"/>
                </a:solidFill>
                <a:latin typeface="Cantarell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3757031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949</TotalTime>
  <Words>533</Words>
  <Application>Microsoft Office PowerPoint</Application>
  <PresentationFormat>Widescreen</PresentationFormat>
  <Paragraphs>80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Wingdings</vt:lpstr>
      <vt:lpstr>Arial</vt:lpstr>
      <vt:lpstr>Calibri</vt:lpstr>
      <vt:lpstr>Cantarell</vt:lpstr>
      <vt:lpstr>Office Theme</vt:lpstr>
      <vt:lpstr>Crop Disease Detection and Advisory Systems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School of  Computer Science  and Engineering,  RV University</dc:title>
  <dc:creator>Yogendra</dc:creator>
  <cp:lastModifiedBy>abhishek0927.03@outlook.com</cp:lastModifiedBy>
  <cp:revision>20</cp:revision>
  <dcterms:created xsi:type="dcterms:W3CDTF">2021-05-28T05:59:32Z</dcterms:created>
  <dcterms:modified xsi:type="dcterms:W3CDTF">2026-03-12T04:48:34Z</dcterms:modified>
</cp:coreProperties>
</file>